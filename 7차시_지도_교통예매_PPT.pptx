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 요청으로 만든 수업. 준비해 온 "가고 싶은 여행지 1곳"으로 두 교시를 이어서 실습.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플레이스 에이전트 버튼은 단계적으로 적용될 수 있어 강사 기기로 미리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결제했는데 표가 안 보이면 다시 결제하지 말고 구입 내역 확인 후 철도고객센터 1588-7788.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실습: 대전→서울 우등 조회 → 좌석 선택 → 결제 직전 멈춤. 웹 예매: kobus.co.kr.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100000">
            <a:off x="6309360" y="731520"/>
            <a:ext cx="1207008" cy="1207008"/>
          </a:xfrm>
          <a:prstGeom prst="teardrop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93408" y="111556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스마트폰 활용 중급반 · 7차시  |  수강생 요청 수업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지도로 미리 보고,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앱으로 미리 끊고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3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  네이버 지도 200% 활용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3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  KTX · 고속버스 · 비행기 예매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2026. 10. 21.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준비해 온 "가고 싶은 여행지 1곳"으로 실습해요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 · 50분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지도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64592" cy="164592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651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정보 꼼꼼히 읽기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164592" cy="164592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3108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찾기 · 영업 중 필터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164592" cy="164592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566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폴더 · 카톡 공유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164592" cy="164592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023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길찾기 비교 · AI에게 묻기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 · 50분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1920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예매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029200" y="2743200"/>
            <a:ext cx="164592" cy="164592"/>
          </a:xfrm>
          <a:prstGeom prst="ellipse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9240" y="2651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타고 갈까?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0" y="3200400"/>
            <a:ext cx="164592" cy="164592"/>
          </a:xfrm>
          <a:prstGeom prst="ellipse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3108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코레일톡 KTX (경로 30%)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0" y="3657600"/>
            <a:ext cx="164592" cy="164592"/>
          </a:xfrm>
          <a:prstGeom prst="ellipse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49240" y="3566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티머니GO 고속버스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0" y="4114800"/>
            <a:ext cx="164592" cy="164592"/>
          </a:xfrm>
          <a:prstGeom prst="ellipse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49240" y="4023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비행기 · 안전 수칙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정보, 꼼꼼히 읽기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 이름 검색 → 장소 카드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2834640"/>
          </a:xfrm>
          <a:prstGeom prst="roundRect">
            <a:avLst>
              <a:gd name="adj" fmla="val 3871"/>
            </a:avLst>
          </a:prstGeom>
          <a:solidFill>
            <a:srgbClr val="E2F5EA"/>
          </a:solidFill>
          <a:ln w="12700">
            <a:solidFill>
              <a:srgbClr val="E2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○○식당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9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중 </a:t>
            </a:r>
            <a:pPr indent="0" marL="0">
              <a:buNone/>
            </a:pPr>
            <a:r>
              <a:rPr lang="en-US" sz="125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21:00까지 · 월요일 휴무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100584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77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전화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2377440"/>
            <a:ext cx="100584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83080" y="2377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길찾기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2377440"/>
            <a:ext cx="100584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2377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📅 예약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· 가격 · 사진 · 리뷰 ★4.6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 가능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(화면 예시)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1371600"/>
            <a:ext cx="457200" cy="457200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1353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영업시간 · 휴무일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16824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 영업 중" · 브레이크 타임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2084832"/>
            <a:ext cx="457200" cy="457200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20665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· 가격 · 사진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사진으로 지금 모습 확인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89120" y="2798064"/>
            <a:ext cx="457200" cy="457200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8912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27797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방문자 리뷰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"최신순"으로 보기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389120" y="3511296"/>
            <a:ext cx="457200" cy="457200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8912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4983480" y="3493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· 예약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98348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예약 가게는 바로 예약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DF2DC"/>
          </a:solidFill>
          <a:ln w="12700">
            <a:solidFill>
              <a:srgbClr val="FDF2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 다니는 병원·단골 식당 검색 → 휴무일 · 전화번호 확인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찾기 &amp; 저장 폴더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보고 있는 지역의 약국·주차장·맛집을 한눈에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2788920"/>
          </a:xfrm>
          <a:prstGeom prst="roundRect">
            <a:avLst>
              <a:gd name="adj" fmla="val 393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9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주변 찾기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1938528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E2F5EA"/>
          </a:solidFill>
          <a:ln w="12700">
            <a:solidFill>
              <a:srgbClr val="E2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938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92808" y="1938528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E2F5EA"/>
          </a:solidFill>
          <a:ln w="12700">
            <a:solidFill>
              <a:srgbClr val="E2F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92808" y="1938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99816" y="1938528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E2F5EA"/>
          </a:solidFill>
          <a:ln w="12700">
            <a:solidFill>
              <a:srgbClr val="E2F5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99816" y="1938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441448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E2F5EA"/>
          </a:solidFill>
          <a:ln w="12700">
            <a:solidFill>
              <a:srgbClr val="E2F5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4414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92808" y="2441448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E2F5EA"/>
          </a:solidFill>
          <a:ln w="12700">
            <a:solidFill>
              <a:srgbClr val="E2F5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92808" y="24414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99816" y="2441448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E2F5EA"/>
          </a:solidFill>
          <a:ln w="12700">
            <a:solidFill>
              <a:srgbClr val="E2F5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99816" y="24414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063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검색: "근처 약국", "대전역 주차장"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필터: 영업 중 · 거리순 · 별점순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4023360" cy="2788920"/>
          </a:xfrm>
          <a:prstGeom prst="roundRect">
            <a:avLst>
              <a:gd name="adj" fmla="val 3934"/>
            </a:avLst>
          </a:prstGeom>
          <a:solidFill>
            <a:srgbClr val="E2F5EA"/>
          </a:solidFill>
          <a:ln w="12700">
            <a:solidFill>
              <a:srgbClr val="E2F5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9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☆ 저장 폴더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937760" y="2011680"/>
            <a:ext cx="237744" cy="237744"/>
          </a:xfrm>
          <a:prstGeom prst="ellipse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1938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 여행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2468880"/>
            <a:ext cx="237744" cy="237744"/>
          </a:xfrm>
          <a:prstGeom prst="ellipse">
            <a:avLst/>
          </a:prstGeom>
          <a:solidFill>
            <a:srgbClr val="D0452E"/>
          </a:solidFill>
          <a:ln w="12700">
            <a:solidFill>
              <a:srgbClr val="D045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0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2926080"/>
            <a:ext cx="237744" cy="237744"/>
          </a:xfrm>
          <a:prstGeom prst="ellipse">
            <a:avLst/>
          </a:prstGeom>
          <a:solidFill>
            <a:srgbClr val="E39B1F"/>
          </a:solidFill>
          <a:ln w="12700">
            <a:solidFill>
              <a:srgbClr val="E39B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03520" y="28529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맛집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3101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→ 저장 → 새 폴더 → 색 고르기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지도에 색깔 별로 표시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→ 공유 → 카톡으로 가족에게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DF2DC"/>
          </a:solidFill>
          <a:ln w="12700">
            <a:solidFill>
              <a:srgbClr val="FDF2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 주변 약국 "영업 중" 필터 / 여행지 폴더 만들고 가 보고 싶은 곳 2곳 저장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길찾기 4가지, 비교해서 고르기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목적지 → 길찾기 → 위쪽 탭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🚌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6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환승 횟수 · 걷는 거리 · 요금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🚗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9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· 예상 택시비 · 통행료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🚶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도보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걷는 시간 · 경사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🚲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9B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 길 안내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5EEFC"/>
          </a:solidFill>
          <a:ln w="12700">
            <a:solidFill>
              <a:srgbClr val="E5EE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⏰ "도착 시간" 맞추기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7947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 출발" 대신 도착 시간 설정 → "KTX 출발 30분 전에 대전역 도착하려면 몇 시에 나가야 하지?"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DF2DC"/>
          </a:solidFill>
          <a:ln w="12700">
            <a:solidFill>
              <a:srgbClr val="FDF2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 우리 집 → 대전역 / 우리 집 → 대전복합터미널 길찾기 (택시는 호출 앱으로 연결)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거리뷰 · 실내지도 · AI에게 묻기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가는 곳도 미리 보고 가요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9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거리뷰 &amp; 실내지도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목적지 근처 길게 누르기 → 거리뷰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입구 · 주변 건물 미리 보기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대전역 · 큰 터미널 등은 확대하면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층별 지도(매표소 · 화장실 ·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승강장)가 나오는 곳도 있어요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E2F5EA"/>
          </a:solidFill>
          <a:ln w="12700">
            <a:solidFill>
              <a:srgbClr val="E2F5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AI 장소 찾기 (2026.9 공개)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92040" y="1938528"/>
            <a:ext cx="3566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9385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"대전역 근처 조용한 한식당 찾아줘"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560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검색창 → 오른쪽 에이전트 버튼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네이버 예약 가게는 "내일 12시 4명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예약해 줘" → 조건 확인 후 동의해야 완료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로그인 필요 · 영업시간은 한 번 더 확인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DF2DC"/>
          </a:solidFill>
          <a:ln w="12700">
            <a:solidFill>
              <a:srgbClr val="FDF2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실습(여유 시)  여행지 맛집을 AI에게 물어보기 — 예약 동의 버튼은 누르지 않기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타고 갈까?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대전에서 출발할 때 · 만 65세 이상 경로 할인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🚄 KTX · 기차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🚌 고속버스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✈️ 비행기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B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30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코레일톡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티머니GO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항공사 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(대한항공·아시아나 등)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30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대전 출발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대전역 · 서대전역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대전복합터미널 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청주국제공항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30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 할인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045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KTX 30%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045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(월~금, 공휴일 제외)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노선·회사별 확인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045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국내선 정상운임 10%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045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(대한항공·아시아나, 특가 제외)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30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 보여 주기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모바일 승차권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QR 승차권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모바일 탑승권 + 신분증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45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⛔ 수업 중에는 "결제하기" 직전까지만! 할인·수수료는 앱 화면이 최종 기준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코레일톡으로 KTX 예매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승차권 예매 → 조회 → 좌석 → (결제)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543507" cy="2011680"/>
          </a:xfrm>
          <a:prstGeom prst="roundRect">
            <a:avLst>
              <a:gd name="adj" fmla="val 710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0354" y="1463040"/>
            <a:ext cx="457200" cy="457200"/>
          </a:xfrm>
          <a:prstGeom prst="ellipse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035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011680"/>
            <a:ext cx="14520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 선택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2423160"/>
            <a:ext cx="13972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 대전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부산·서울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128723" y="1325880"/>
            <a:ext cx="1543507" cy="2011680"/>
          </a:xfrm>
          <a:prstGeom prst="roundRect">
            <a:avLst>
              <a:gd name="adj" fmla="val 710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1877" y="1463040"/>
            <a:ext cx="457200" cy="457200"/>
          </a:xfrm>
          <a:prstGeom prst="ellipse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1877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174443" y="2011680"/>
            <a:ext cx="14520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날짜·시간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2201875" y="2423160"/>
            <a:ext cx="13972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오전/오후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확인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00246" y="1325880"/>
            <a:ext cx="1543507" cy="2011680"/>
          </a:xfrm>
          <a:prstGeom prst="roundRect">
            <a:avLst>
              <a:gd name="adj" fmla="val 710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43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845966" y="2011680"/>
            <a:ext cx="14520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인원: 경로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3873398" y="2423160"/>
            <a:ext cx="13972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65세↑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"어른" 대신 "경로"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71770" y="1325880"/>
            <a:ext cx="1543507" cy="2011680"/>
          </a:xfrm>
          <a:prstGeom prst="roundRect">
            <a:avLst>
              <a:gd name="adj" fmla="val 710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4923" y="1463040"/>
            <a:ext cx="457200" cy="457200"/>
          </a:xfrm>
          <a:prstGeom prst="ellipse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14923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517490" y="2011680"/>
            <a:ext cx="14520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조회·좌석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544922" y="2423160"/>
            <a:ext cx="13972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창가/통로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순방향 고르기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43293" y="1325880"/>
            <a:ext cx="1543507" cy="2011680"/>
          </a:xfrm>
          <a:prstGeom prst="roundRect">
            <a:avLst>
              <a:gd name="adj" fmla="val 7109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6446" y="1463040"/>
            <a:ext cx="457200" cy="457200"/>
          </a:xfrm>
          <a:prstGeom prst="ellipse">
            <a:avLst/>
          </a:prstGeom>
          <a:solidFill>
            <a:srgbClr val="D0452E"/>
          </a:solidFill>
          <a:ln w="12700">
            <a:solidFill>
              <a:srgbClr val="D045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644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189013" y="2011680"/>
            <a:ext cx="14520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045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운임 확인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7216445" y="2423160"/>
            <a:ext cx="13972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적용 확인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결제 직전 멈춤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34747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5EEFC"/>
          </a:solidFill>
          <a:ln w="12700">
            <a:solidFill>
              <a:srgbClr val="E5EEF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후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8587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승차권 확인: 열차번호 · 호차 · 좌석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승차권 전달하기: 가족 폰으로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반환: 수수료 · 환불 금액 확인 후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663440" y="34747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DF2DC"/>
          </a:solidFill>
          <a:ln w="12700">
            <a:solidFill>
              <a:srgbClr val="FDF2D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E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꿀팁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846320" y="38587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다음 주 대전→부산 조회 · 경로 선택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토요일 ↔ 평일 바꿔 할인 비교해 보기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탑승 때 신분증 · 문의 1588-7788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티머니GO로 고속버스 예매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고속·시외버스 메뉴에서 시작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61388" cy="2011680"/>
          </a:xfrm>
          <a:prstGeom prst="roundRect">
            <a:avLst>
              <a:gd name="adj" fmla="val 559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9294" y="1463040"/>
            <a:ext cx="457200" cy="457200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0929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011680"/>
            <a:ext cx="18699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터미널 선택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2423160"/>
            <a:ext cx="1815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 대전복합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도착지 · 날짜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46604" y="1325880"/>
            <a:ext cx="1961388" cy="2011680"/>
          </a:xfrm>
          <a:prstGeom prst="roundRect">
            <a:avLst>
              <a:gd name="adj" fmla="val 559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8698" y="1463040"/>
            <a:ext cx="457200" cy="457200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869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92324" y="2011680"/>
            <a:ext cx="18699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2619756" y="2423160"/>
            <a:ext cx="1815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좌석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36008" y="1325880"/>
            <a:ext cx="1961388" cy="2011680"/>
          </a:xfrm>
          <a:prstGeom prst="roundRect">
            <a:avLst>
              <a:gd name="adj" fmla="val 559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88102" y="1463040"/>
            <a:ext cx="457200" cy="457200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8810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81728" y="2011680"/>
            <a:ext cx="18699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등급·좌석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423160"/>
            <a:ext cx="1815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우등 · 일반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프리미엄 비교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5412" y="1325880"/>
            <a:ext cx="1961388" cy="2011680"/>
          </a:xfrm>
          <a:prstGeom prst="roundRect">
            <a:avLst>
              <a:gd name="adj" fmla="val 5594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7506" y="1463040"/>
            <a:ext cx="457200" cy="457200"/>
          </a:xfrm>
          <a:prstGeom prst="ellipse">
            <a:avLst/>
          </a:prstGeom>
          <a:solidFill>
            <a:srgbClr val="D0452E"/>
          </a:solidFill>
          <a:ln w="12700">
            <a:solidFill>
              <a:srgbClr val="D045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7750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771132" y="2011680"/>
            <a:ext cx="18699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045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 확인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798564" y="2423160"/>
            <a:ext cx="1815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직전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E2F5EA"/>
          </a:solidFill>
          <a:ln w="12700">
            <a:solidFill>
              <a:srgbClr val="E2F5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타는 날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8587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나의 여정 → QR 승차권 → 단말기에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QR 화면 미리 열어 두기 · 배터리 충전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일부 노선은 종이 승차권 필요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63440" y="34747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38587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예약 현황 → 수수료 · 환불 금액 확인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고속버스: 출발 2일 전까지 무료인 경우가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많음 (주말 · 명절은 다를 수 있음)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C9BC4"/>
          </a:solidFill>
          <a:ln w="12700">
            <a:solidFill>
              <a:srgbClr val="1C9B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비행기 예매 &amp; 탑승 준비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대전에서는 가까운 청주국제공항을 이용해요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rgbClr val="1C9BC4"/>
          </a:solidFill>
          <a:ln w="12700">
            <a:solidFill>
              <a:srgbClr val="1C9B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공항 가기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488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지도로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집 → 청주공항"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리무진 · 버스 · 자가용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1F3FA"/>
          </a:solidFill>
          <a:ln w="12700">
            <a:solidFill>
              <a:srgbClr val="E1F3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536192"/>
            <a:ext cx="457200" cy="457200"/>
          </a:xfrm>
          <a:prstGeom prst="ellipse">
            <a:avLst/>
          </a:prstGeom>
          <a:solidFill>
            <a:srgbClr val="1C9BC4"/>
          </a:solidFill>
          <a:ln w="12700">
            <a:solidFill>
              <a:srgbClr val="1C9B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예매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1488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항공사 앱에서 "경로우대"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(대한항공·아시아나 국내선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정상운임 10%, 특가 제외)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비교 서비스도 활용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536192"/>
            <a:ext cx="457200" cy="457200"/>
          </a:xfrm>
          <a:prstGeom prst="ellipse">
            <a:avLst/>
          </a:prstGeom>
          <a:solidFill>
            <a:srgbClr val="1C9BC4"/>
          </a:solidFill>
          <a:ln w="12700">
            <a:solidFill>
              <a:srgbClr val="1C9B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탑승 준비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1488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체크인 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탑승권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 1시간 전쯤 공항 도착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45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🪪 신분증 필수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315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 신분증 또는 모바일 신분증 — 모바일 신분증은 점검 등으로 잠시 중단될 때가 있으니 실물도 함께!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 예매 안전 수칙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8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끊기 전·후에 꼭 기억해요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D0452E"/>
          </a:solidFill>
          <a:ln w="12700">
            <a:solidFill>
              <a:srgbClr val="D045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예매 문자 링크 X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0848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"승차권 결제 오류", "항공권 환불 대상"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앱에서 직접 확인 (2·3차시 복습)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앱만 설치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0848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스토어에서 이름 정확히 확인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가짜 앱 주의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전 3가지 재확인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5935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날짜·시간 / 출발·도착지 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할인 적용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rgbClr val="E39B1F"/>
          </a:solidFill>
          <a:ln w="12700">
            <a:solidFill>
              <a:srgbClr val="E39B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저장 · 일정 공유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35935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승차권 화면 캡처 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 "나와의 채팅"에 보관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100000">
            <a:off x="6949440" y="640080"/>
            <a:ext cx="1005840" cy="1005840"/>
          </a:xfrm>
          <a:prstGeom prst="teardrop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9601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9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82880" cy="182880"/>
          </a:xfrm>
          <a:prstGeom prst="ellipse">
            <a:avLst/>
          </a:prstGeom>
          <a:solidFill>
            <a:srgbClr val="E39B1F"/>
          </a:solidFill>
          <a:ln w="12700">
            <a:solidFill>
              <a:srgbClr val="E39B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1887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지도: 영업시간 · 리뷰 · 주변 · 저장 폴더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1801368"/>
            <a:ext cx="182880" cy="182880"/>
          </a:xfrm>
          <a:prstGeom prst="ellipse">
            <a:avLst/>
          </a:prstGeom>
          <a:solidFill>
            <a:srgbClr val="E39B1F"/>
          </a:solidFill>
          <a:ln w="12700">
            <a:solidFill>
              <a:srgbClr val="E39B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6916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길찾기 비교 &amp; "도착 시간" 맞추기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2304288"/>
            <a:ext cx="182880" cy="182880"/>
          </a:xfrm>
          <a:prstGeom prst="ellipse">
            <a:avLst/>
          </a:prstGeom>
          <a:solidFill>
            <a:srgbClr val="E39B1F"/>
          </a:solidFill>
          <a:ln w="12700">
            <a:solidFill>
              <a:srgbClr val="E39B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1945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KTX는 "경로" 선택 (평일 30%)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2807208"/>
            <a:ext cx="182880" cy="182880"/>
          </a:xfrm>
          <a:prstGeom prst="ellipse">
            <a:avLst/>
          </a:prstGeom>
          <a:solidFill>
            <a:srgbClr val="E39B1F"/>
          </a:solidFill>
          <a:ln w="12700">
            <a:solidFill>
              <a:srgbClr val="E39B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6974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고속버스 QR 승차권 · 비행기는 신분증 필수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046720" cy="1097280"/>
          </a:xfrm>
          <a:prstGeom prst="roundRect">
            <a:avLst>
              <a:gd name="adj" fmla="val 10000"/>
            </a:avLst>
          </a:prstGeom>
          <a:solidFill>
            <a:srgbClr val="24435F"/>
          </a:solidFill>
          <a:ln w="12700">
            <a:solidFill>
              <a:srgbClr val="2443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74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과제(선택)  다음 가족 모임 표를 코레일톡이나 티머니GO로 직접 예매해 보기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  화면 캡처 · 녹화로 자료 공유 &amp; 간편송금 · 문화상품권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7차시 네이버 지도 &amp; KTX·고속버스·비행기 예매</dc:title>
  <dc:subject>PptxGenJS Presentation</dc:subject>
  <dc:creator>PptxGenJS</dc:creator>
  <cp:lastModifiedBy>PptxGenJS</cp:lastModifiedBy>
  <cp:revision>1</cp:revision>
  <dcterms:created xsi:type="dcterms:W3CDTF">2026-10-13T22:39:21Z</dcterms:created>
  <dcterms:modified xsi:type="dcterms:W3CDTF">2026-10-13T22:39:21Z</dcterms:modified>
</cp:coreProperties>
</file>