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지난 시간 과제 확인: 추석에 온통대전 써 보셨나요? 캐시백 얼마? 오늘은 폰을 오래 쓰는 법과 커피를 기다리지 않고 받는 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유튜브·카톡·지도처럼 화면을 오래 켜는 앱은 많이 쓰는 게 정상. 안 쓰는데 순위가 높은 앱이 정리 대상.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배터리 보호 옵션 이름(기본/적응형/최대)과 아이폰 80% 제한 여부는 기종·버전마다 다름.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앱 하나씩: 설정 → 애플리케이션 → 앱 → 배터리 → 제한/최적화/제한 없음. "사용하지 않는 앱을 절전 상태로 전환"도 켜기.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실습: "아이스 아메리카노 톨, 시럽 없이"를 장바구니까지. 실제 주문 시 닉네임·주문번호로 호출 알림 → 픽업대.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앱이 없는 동네 카페는 카카오톡 주문하기·네이버 주문이 되는 곳도 있음. 카톡 기프티콘은 7차시에 자세히.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82296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2B211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1042416"/>
            <a:ext cx="87782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16752" y="896112"/>
            <a:ext cx="1053389" cy="585216"/>
          </a:xfrm>
          <a:prstGeom prst="rect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6400800" y="2057400"/>
            <a:ext cx="1097280" cy="1280160"/>
          </a:xfrm>
          <a:prstGeom prst="trapezoid">
            <a:avLst/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27648" y="1947672"/>
            <a:ext cx="1243584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0" y="2514600"/>
            <a:ext cx="9144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005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7A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스마트폰 활용 중급반 · 4차시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6304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배터리는 오래,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커피는 기다림 없이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1546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9CF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  배터리 관리 &amp; 백그라운드 앱 최적화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9CF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  커피앱으로 줄 서지 않고 주문하기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C9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2026. 9. 30.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흐름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1교시는 폰을 오래 쓰는 법, 2교시는 기다리지 않고 받는 법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4F2F0"/>
          </a:solidFill>
          <a:ln w="12700">
            <a:solidFill>
              <a:srgbClr val="F4F2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F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 · 50분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오래 쓰기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2651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 먹는 앱 찾기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43000" y="31089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절전 모드 · 배터리 보호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3657600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3566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백그라운드 앱 재우기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114800"/>
            <a:ext cx="164592" cy="164592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40233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위치정보 · 자동실행 정리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4F2F0"/>
          </a:solidFill>
          <a:ln w="12700">
            <a:solidFill>
              <a:srgbClr val="F4F2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8348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7A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 · 50분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1920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주문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029200" y="2743200"/>
            <a:ext cx="164592" cy="164592"/>
          </a:xfrm>
          <a:prstGeom prst="ellipse">
            <a:avLst/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49240" y="2651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주문이 좋은 이유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0" y="3200400"/>
            <a:ext cx="164592" cy="164592"/>
          </a:xfrm>
          <a:prstGeom prst="ellipse">
            <a:avLst/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49240" y="31089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스타벅스 사이렌오더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29200" y="3657600"/>
            <a:ext cx="164592" cy="164592"/>
          </a:xfrm>
          <a:prstGeom prst="ellipse">
            <a:avLst/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49240" y="3566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메가MGC커피 메가오더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29200" y="4114800"/>
            <a:ext cx="164592" cy="164592"/>
          </a:xfrm>
          <a:prstGeom prst="ellipse">
            <a:avLst/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49240" y="40233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커피앱 안전 수칙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배터리, 누가 먹고 있을까?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보는 사이에 몰래 일하는 앱을 찾아요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F4F2F0"/>
          </a:solidFill>
          <a:ln w="12700">
            <a:solidFill>
              <a:srgbClr val="F4F2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확인하는 곳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F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→ 배터리 → 앱별 배터리 사용량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788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F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1089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→ 배터리 → 아래로 내려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앱별 사용량 (24시간 / 10일)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예시: 내 폰 배터리 순위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920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유튜브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1993392"/>
            <a:ext cx="2468880" cy="237744"/>
          </a:xfrm>
          <a:prstGeom prst="rect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0" y="2267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(화면 오래 봄)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6517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0" y="2724912"/>
            <a:ext cx="1645920" cy="237744"/>
          </a:xfrm>
          <a:prstGeom prst="rect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0" y="2999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383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쇼핑 앱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0" y="3456432"/>
            <a:ext cx="1234440" cy="237744"/>
          </a:xfrm>
          <a:prstGeom prst="rect">
            <a:avLst/>
          </a:prstGeom>
          <a:solidFill>
            <a:srgbClr val="D0492F"/>
          </a:solidFill>
          <a:ln w="12700">
            <a:solidFill>
              <a:srgbClr val="D049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49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썼는데? → 정리!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FBF0E1"/>
          </a:solidFill>
          <a:ln w="12700">
            <a:solidFill>
              <a:srgbClr val="FBF0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 내 폰 배터리 사용 1~3위 앱을 적어 보고 옆 사람과 비교하기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절전 모드 &amp; 배터리 보호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하루 버티기 + 배터리 수명 늘리기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2788920"/>
          </a:xfrm>
          <a:prstGeom prst="roundRect">
            <a:avLst>
              <a:gd name="adj" fmla="val 3934"/>
            </a:avLst>
          </a:prstGeom>
          <a:solidFill>
            <a:srgbClr val="E4F3EA"/>
          </a:solidFill>
          <a:ln w="12700">
            <a:solidFill>
              <a:srgbClr val="E4F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1371600"/>
            <a:ext cx="4023360" cy="2788920"/>
          </a:xfrm>
          <a:prstGeom prst="roundRect">
            <a:avLst>
              <a:gd name="adj" fmla="val 3934"/>
            </a:avLst>
          </a:prstGeom>
          <a:solidFill>
            <a:srgbClr val="F4F2F0"/>
          </a:solidFill>
          <a:ln w="12700">
            <a:solidFill>
              <a:srgbClr val="F4F2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08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8F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절전 모드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하루 버티기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3317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  화면 위에서 두 번 쓸어내려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→ "절전 모드" 버튼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아이폰  설정 → 배터리 → 저전력 모드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F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외출이 길거나 20% 이하일 때 켜기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508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 보호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 수명 늘리기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83480" y="237744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2B211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2569464"/>
            <a:ext cx="82296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56632" y="2450592"/>
            <a:ext cx="980237" cy="493776"/>
          </a:xfrm>
          <a:prstGeom prst="rect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83480" y="2377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80%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2860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100%까지 꽉 채우기보다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80% 근처에서 멈추면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배터리가 오래 가요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32918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  설정 → 배터리 → 배터리 보호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아이폰  설정 → 배터리 → 충전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FBF0E1"/>
          </a:solidFill>
          <a:ln w="12700">
            <a:solidFill>
              <a:srgbClr val="FBF0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 빠른 설정에서 절전 모드를 켰다 꺼 보기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쓰는 앱은 재우고, 중요한 앱은 깨워 두기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삼성: 설정 → 배터리 → 백그라운드 사용 제한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4F2F0"/>
          </a:solidFill>
          <a:ln w="12700">
            <a:solidFill>
              <a:srgbClr val="F4F2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2240280" cy="502920"/>
          </a:xfrm>
          <a:prstGeom prst="roundRect">
            <a:avLst>
              <a:gd name="adj" fmla="val 18182"/>
            </a:avLst>
          </a:prstGeom>
          <a:solidFill>
            <a:srgbClr val="F1C27D"/>
          </a:solidFill>
          <a:ln w="12700">
            <a:solidFill>
              <a:srgbClr val="F1C27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54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절전 상태 앱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가끔 쓰는 앱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606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필요할 때만 움직여요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716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4F2F0"/>
          </a:solidFill>
          <a:ln w="12700">
            <a:solidFill>
              <a:srgbClr val="F4F2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554480"/>
            <a:ext cx="2240280" cy="502920"/>
          </a:xfrm>
          <a:prstGeom prst="roundRect">
            <a:avLst>
              <a:gd name="adj" fmla="val 18182"/>
            </a:avLst>
          </a:prstGeom>
          <a:solidFill>
            <a:srgbClr val="6B4A34"/>
          </a:solidFill>
          <a:ln w="12700">
            <a:solidFill>
              <a:srgbClr val="6B4A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554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 절전 상태 앱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거의 안 쓰는 앱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606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열 때만 움직여요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(알림이 안 올 수 있음)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06040" cy="2377440"/>
          </a:xfrm>
          <a:prstGeom prst="roundRect">
            <a:avLst>
              <a:gd name="adj" fmla="val 4615"/>
            </a:avLst>
          </a:prstGeom>
          <a:solidFill>
            <a:srgbClr val="F4F2F0"/>
          </a:solidFill>
          <a:ln w="12700">
            <a:solidFill>
              <a:srgbClr val="F4F2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554480"/>
            <a:ext cx="2240280" cy="502920"/>
          </a:xfrm>
          <a:prstGeom prst="roundRect">
            <a:avLst>
              <a:gd name="adj" fmla="val 18182"/>
            </a:avLst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15544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절전 예외 앱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카톡·문자·은행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606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알림이 꼭 와야 하는 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항상 깨어 있어요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8229600" cy="411480"/>
          </a:xfrm>
          <a:prstGeom prst="roundRect">
            <a:avLst>
              <a:gd name="adj" fmla="val 26667"/>
            </a:avLst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8862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49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카카오톡·메시지·은행·온통대전 앱을 "완전 절전"에 넣으면 알림이 늦거나 안 와요!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FBF0E1"/>
          </a:solidFill>
          <a:ln w="12700">
            <a:solidFill>
              <a:srgbClr val="FBF0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43891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 안 쓰는데 배터리 먹는 앱 → 완전 절전 / 카카오톡 → 절전 예외   (아이폰: 일반 → 백그라운드 앱 새로 고침)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1교시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위치정보 정리 &amp; 한 번에 점검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"항상 허용"은 꼭 필요한 앱만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846320" cy="2834640"/>
          </a:xfrm>
          <a:prstGeom prst="roundRect">
            <a:avLst>
              <a:gd name="adj" fmla="val 3871"/>
            </a:avLst>
          </a:prstGeom>
          <a:solidFill>
            <a:srgbClr val="F4F2F0"/>
          </a:solidFill>
          <a:ln w="12700">
            <a:solidFill>
              <a:srgbClr val="F4F2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087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 권한 3단계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121408"/>
            <a:ext cx="237744" cy="237744"/>
          </a:xfrm>
          <a:prstGeom prst="ellipse">
            <a:avLst/>
          </a:prstGeom>
          <a:solidFill>
            <a:srgbClr val="D0492F"/>
          </a:solidFill>
          <a:ln w="12700">
            <a:solidFill>
              <a:srgbClr val="D049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2011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항상 허용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 많이 씀 · 꼭 필요한 앱만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761488"/>
            <a:ext cx="237744" cy="237744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26517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중에만 허용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지도·택시·날씨 앱 추천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3401568"/>
            <a:ext cx="237744" cy="237744"/>
          </a:xfrm>
          <a:prstGeom prst="ellipse">
            <a:avLst/>
          </a:prstGeom>
          <a:solidFill>
            <a:srgbClr val="6B6560"/>
          </a:solidFill>
          <a:ln w="12700">
            <a:solidFill>
              <a:srgbClr val="6B65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43000" y="3291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허용 안 함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게임·쇼핑 앱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삼성: 설정 → 위치 → 앱 권한  /  아이폰: 개인정보 보호 및 보안 → 위치 서비스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1371600"/>
            <a:ext cx="3200400" cy="2834640"/>
          </a:xfrm>
          <a:prstGeom prst="roundRect">
            <a:avLst>
              <a:gd name="adj" fmla="val 3871"/>
            </a:avLst>
          </a:prstGeom>
          <a:solidFill>
            <a:srgbClr val="E4F3EA"/>
          </a:solidFill>
          <a:ln w="12700">
            <a:solidFill>
              <a:srgbClr val="E4F3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1500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F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달에 한 번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18745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디바이스 케어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"지금 최적화"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274320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→ 디바이스 케어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"자동 최적화" 켜면 매일 자동 정리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폰이 버벅일 때: 최근 앱 → 모두 닫기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FBF0E1"/>
          </a:solidFill>
          <a:ln w="12700">
            <a:solidFill>
              <a:srgbClr val="FBF0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 "항상 허용"으로 된 앱을 찾아 1개 이상 "사용 중에만"으로 바꾸기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0">
            <a:off x="731520" y="1097280"/>
            <a:ext cx="877824" cy="1024128"/>
          </a:xfrm>
          <a:prstGeom prst="trapezoid">
            <a:avLst/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2998" y="1009498"/>
            <a:ext cx="994867" cy="13167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1463040"/>
            <a:ext cx="73152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03120" y="1005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7A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3716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커피앱으로 미리 주문하기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931920" cy="1737360"/>
          </a:xfrm>
          <a:prstGeom prst="roundRect">
            <a:avLst>
              <a:gd name="adj" fmla="val 6316"/>
            </a:avLst>
          </a:prstGeom>
          <a:solidFill>
            <a:srgbClr val="3A2F28"/>
          </a:solidFill>
          <a:ln w="12700">
            <a:solidFill>
              <a:srgbClr val="3A2F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9C9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키오스크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63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뒷사람 눈치 보며 급하게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29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글씨가 작고 화면이 멀다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94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줄 서서 기다리기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2514600"/>
            <a:ext cx="3931920" cy="1737360"/>
          </a:xfrm>
          <a:prstGeom prst="roundRect">
            <a:avLst>
              <a:gd name="adj" fmla="val 6316"/>
            </a:avLst>
          </a:prstGeom>
          <a:solidFill>
            <a:srgbClr val="4A3A2E"/>
          </a:solidFill>
          <a:ln w="12700">
            <a:solidFill>
              <a:srgbClr val="4A3A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7A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커피앱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0632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집·버스에서 천천히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34290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내 폰 큰 글씨로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37947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도착하면 바로 픽업 + 자동 적립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⛔ 수업 중에는 "결제하기" 버튼 직전까지만!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스타벅스 사이렌오더 따라 하기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아래 "Order" 메뉴에서 시작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4F2F0"/>
          </a:solidFill>
          <a:ln w="12700">
            <a:solidFill>
              <a:srgbClr val="F4F2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90472"/>
            <a:ext cx="457200" cy="457200"/>
          </a:xfrm>
          <a:prstGeom prst="ellipse">
            <a:avLst/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490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고르기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 → 음료 선택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4F2F0"/>
          </a:solidFill>
          <a:ln w="12700">
            <a:solidFill>
              <a:srgbClr val="F4F2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1490472"/>
            <a:ext cx="457200" cy="457200"/>
          </a:xfrm>
          <a:prstGeom prst="ellipse">
            <a:avLst/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1490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HOT/ICED · 컵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Tall · Grande · Venti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132588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4F2F0"/>
          </a:solidFill>
          <a:ln w="12700">
            <a:solidFill>
              <a:srgbClr val="F4F2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490472"/>
            <a:ext cx="457200" cy="457200"/>
          </a:xfrm>
          <a:prstGeom prst="ellipse">
            <a:avLst/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1490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퍼스널 옵션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샷 추가 · 시럽 빼기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우유 변경 · 휘핑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278892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4F2F0"/>
          </a:solidFill>
          <a:ln w="12700">
            <a:solidFill>
              <a:srgbClr val="F4F2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2953512"/>
            <a:ext cx="457200" cy="457200"/>
          </a:xfrm>
          <a:prstGeom prst="ellipse">
            <a:avLst/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29535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선택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474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매장 (거리 표시)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픽업 / DT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246120" y="278892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4F2F0"/>
          </a:solidFill>
          <a:ln w="12700">
            <a:solidFill>
              <a:srgbClr val="F4F2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29000" y="2953512"/>
            <a:ext cx="457200" cy="457200"/>
          </a:xfrm>
          <a:prstGeom prst="ellipse">
            <a:avLst/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2900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4023360" y="29535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수단 확인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3429000" y="3474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스타벅스 카드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신용카드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035040" y="2788920"/>
            <a:ext cx="2606040" cy="1325880"/>
          </a:xfrm>
          <a:prstGeom prst="roundRect">
            <a:avLst>
              <a:gd name="adj" fmla="val 8276"/>
            </a:avLst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2953512"/>
            <a:ext cx="457200" cy="457200"/>
          </a:xfrm>
          <a:prstGeom prst="ellipse">
            <a:avLst/>
          </a:prstGeom>
          <a:solidFill>
            <a:srgbClr val="D0492F"/>
          </a:solidFill>
          <a:ln w="12700">
            <a:solidFill>
              <a:srgbClr val="D0492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812280" y="29535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049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멈추기!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6217920" y="3474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"결제하기" 앞에서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끝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57200" y="429768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FBE9E4"/>
          </a:solidFill>
          <a:ln w="12700">
            <a:solidFill>
              <a:srgbClr val="FBE9E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429768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049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결제하면 바로 음료를 만들기 시작해요 → 주문 변경·취소 불가! 매장 이름 꼭 다시 확인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메가MGC커피 메가오더 따라 하기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매장에서 저렴하게 · 스탬프 적립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57200" cy="457200"/>
          </a:xfrm>
          <a:prstGeom prst="ellipse">
            <a:avLst/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3258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선택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1325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메가오더 → 가까운 매장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(혼잡하면 옆 매장으로)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0574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· 옵션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20574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HOT/ICE · 사이즈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샷 · 시럽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788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장바구니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2788920" y="2788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담은 메뉴 다시 확인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D0492F"/>
          </a:solidFill>
          <a:ln w="12700">
            <a:solidFill>
              <a:srgbClr val="D049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520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049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직전 멈춤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2788920" y="3520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주문은 집에서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완료 알림 → 픽업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0" y="1325880"/>
            <a:ext cx="3017520" cy="2834640"/>
          </a:xfrm>
          <a:prstGeom prst="roundRect">
            <a:avLst>
              <a:gd name="adj" fmla="val 3871"/>
            </a:avLst>
          </a:prstGeom>
          <a:solidFill>
            <a:srgbClr val="FBF0E1"/>
          </a:solidFill>
          <a:ln w="12700">
            <a:solidFill>
              <a:srgbClr val="FBF0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9788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7A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스탬프 · 쿠폰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897880" y="187452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"보관함"에서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쿠폰 유효기간 ·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가능 메뉴 확인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매장에서 살 때도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전에 멤버십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 먼저 보여 주기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FBF0E1"/>
          </a:solidFill>
          <a:ln w="12700">
            <a:solidFill>
              <a:srgbClr val="FBF0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343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 가까운 매장 찾기 → 좋아하는 음료 장바구니 담기 → 내 스탬프 개수 확인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4747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0" y="3474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2교시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커피앱이든 순서는 같아요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이디야 · 컴포즈 · 빽다방 · 투썸 등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31520" cy="731520"/>
          </a:xfrm>
          <a:prstGeom prst="ellipse">
            <a:avLst/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828800" y="1371600"/>
            <a:ext cx="731520" cy="731520"/>
          </a:xfrm>
          <a:prstGeom prst="ellipse">
            <a:avLst/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0020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017520" y="1371600"/>
            <a:ext cx="731520" cy="731520"/>
          </a:xfrm>
          <a:prstGeom prst="ellipse">
            <a:avLst/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8892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옵션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206240" y="1371600"/>
            <a:ext cx="731520" cy="731520"/>
          </a:xfrm>
          <a:prstGeom prst="ellipse">
            <a:avLst/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7764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장바구니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20624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5394960" y="1371600"/>
            <a:ext cx="731520" cy="731520"/>
          </a:xfrm>
          <a:prstGeom prst="ellipse">
            <a:avLst/>
          </a:prstGeom>
          <a:solidFill>
            <a:srgbClr val="D0492F"/>
          </a:solidFill>
          <a:ln w="12700">
            <a:solidFill>
              <a:srgbClr val="D049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6636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583680" y="1371600"/>
            <a:ext cx="731520" cy="731520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5508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772400" y="1371600"/>
            <a:ext cx="731520" cy="731520"/>
          </a:xfrm>
          <a:prstGeom prst="ellipse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4380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5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픽업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수칙 4가지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457200" y="3154680"/>
            <a:ext cx="4023360" cy="731520"/>
          </a:xfrm>
          <a:prstGeom prst="roundRect">
            <a:avLst>
              <a:gd name="adj" fmla="val 15000"/>
            </a:avLst>
          </a:prstGeom>
          <a:solidFill>
            <a:srgbClr val="F4F2F0"/>
          </a:solidFill>
          <a:ln w="12700">
            <a:solidFill>
              <a:srgbClr val="F4F2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227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매장 이름 다시 확인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3538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동네 매장 선택 실수 많아요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3154680"/>
            <a:ext cx="4023360" cy="731520"/>
          </a:xfrm>
          <a:prstGeom prst="roundRect">
            <a:avLst>
              <a:gd name="adj" fmla="val 15000"/>
            </a:avLst>
          </a:prstGeom>
          <a:solidFill>
            <a:srgbClr val="F4F2F0"/>
          </a:solidFill>
          <a:ln w="12700">
            <a:solidFill>
              <a:srgbClr val="F4F2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92040" y="3227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결제 비밀번호 숨기기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4892040" y="35387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지문 결제 설정 추천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023360"/>
            <a:ext cx="4023360" cy="731520"/>
          </a:xfrm>
          <a:prstGeom prst="roundRect">
            <a:avLst>
              <a:gd name="adj" fmla="val 15000"/>
            </a:avLst>
          </a:prstGeom>
          <a:solidFill>
            <a:srgbClr val="F4F2F0"/>
          </a:solidFill>
          <a:ln w="12700">
            <a:solidFill>
              <a:srgbClr val="F4F2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4096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11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커피앱은 절전 예외로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44074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"음료 완성" 알림 놓치지 않게 (1교시!)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63440" y="4023360"/>
            <a:ext cx="4023360" cy="731520"/>
          </a:xfrm>
          <a:prstGeom prst="roundRect">
            <a:avLst>
              <a:gd name="adj" fmla="val 15000"/>
            </a:avLst>
          </a:prstGeom>
          <a:solidFill>
            <a:srgbClr val="F4F2F0"/>
          </a:solidFill>
          <a:ln w="12700">
            <a:solidFill>
              <a:srgbClr val="F4F2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92040" y="4096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049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"무료 쿠폰 당첨" 문자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4892040" y="44074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링크 X → 앱 쿠폰함에서 확인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73152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2B211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937260"/>
            <a:ext cx="8229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56832" y="804672"/>
            <a:ext cx="980237" cy="539496"/>
          </a:xfrm>
          <a:prstGeom prst="rect">
            <a:avLst/>
          </a:prstGeom>
          <a:solidFill>
            <a:srgbClr val="2F8F5B"/>
          </a:solidFill>
          <a:ln w="12700">
            <a:solidFill>
              <a:srgbClr val="2F8F5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6903720" y="1874520"/>
            <a:ext cx="822960" cy="960120"/>
          </a:xfrm>
          <a:prstGeom prst="trapezoid">
            <a:avLst/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48856" y="1792224"/>
            <a:ext cx="932688" cy="1234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72300" y="2217420"/>
            <a:ext cx="685800" cy="2057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548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7A2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1298448"/>
            <a:ext cx="182880" cy="182880"/>
          </a:xfrm>
          <a:prstGeom prst="ellipse">
            <a:avLst/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18872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배터리 먹는 앱 찾기 → 설정 → 배터리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1801368"/>
            <a:ext cx="182880" cy="182880"/>
          </a:xfrm>
          <a:prstGeom prst="ellipse">
            <a:avLst/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16916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쓰는 앱은 재우고, 카톡·은행은 절전 예외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2304288"/>
            <a:ext cx="182880" cy="182880"/>
          </a:xfrm>
          <a:prstGeom prst="ellipse">
            <a:avLst/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21945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위치는 "사용 중에만" · 배터리 보호 80%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94360" y="2807208"/>
            <a:ext cx="182880" cy="182880"/>
          </a:xfrm>
          <a:prstGeom prst="ellipse">
            <a:avLst/>
          </a:prstGeom>
          <a:solidFill>
            <a:srgbClr val="C27A2C"/>
          </a:solidFill>
          <a:ln w="12700">
            <a:solidFill>
              <a:srgbClr val="C27A2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6974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커피앱: 매장 → 메뉴 → 옵션 → 장바구니 → (결제)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8046720" cy="1097280"/>
          </a:xfrm>
          <a:prstGeom prst="roundRect">
            <a:avLst>
              <a:gd name="adj" fmla="val 10000"/>
            </a:avLst>
          </a:prstGeom>
          <a:solidFill>
            <a:srgbClr val="3A2F28"/>
          </a:solidFill>
          <a:ln w="12700">
            <a:solidFill>
              <a:srgbClr val="3A2F2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47472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과제(선택)  이번 주 카페 갈 때 앱으로 한 번 주문해 보기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  계정 보안(비밀번호·지문·2단계 인증) &amp; 지도·버스 앱 정복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4차시 배터리 관리 &amp; 커피앱 주문</dc:title>
  <dc:subject>PptxGenJS Presentation</dc:subject>
  <dc:creator>PptxGenJS</dc:creator>
  <cp:lastModifiedBy>PptxGenJS</cp:lastModifiedBy>
  <cp:revision>1</cp:revision>
  <dcterms:created xsi:type="dcterms:W3CDTF">2026-09-30T00:20:26Z</dcterms:created>
  <dcterms:modified xsi:type="dcterms:W3CDTF">2026-09-30T00:20:26Z</dcterms:modified>
</cp:coreProperties>
</file>